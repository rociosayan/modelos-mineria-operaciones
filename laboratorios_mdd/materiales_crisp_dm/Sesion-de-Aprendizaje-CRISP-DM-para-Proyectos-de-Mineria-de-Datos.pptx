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Inter" panose="02000503000000020004" pitchFamily="2" charset="0"/>
      <p:regular r:id="rId9"/>
      <p:bold r:id="rId10"/>
      <p:italic r:id="rId11"/>
      <p:boldItalic r:id="rId12"/>
    </p:embeddedFont>
    <p:embeddedFont>
      <p:font typeface="Inter Bold" panose="02000503000000020004" pitchFamily="2" charset="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24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9291" t="6193"/>
          <a:stretch/>
        </p:blipFill>
        <p:spPr>
          <a:xfrm>
            <a:off x="5586490" y="72741"/>
            <a:ext cx="3504416" cy="49980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38783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CRISP-DM para Proyectos de Minería de Datos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687464"/>
            <a:ext cx="4722763" cy="73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Aprendizaje Basado en Problemas (ABP)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Docente: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Rocío Sayán Mejía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Carrera: Analítica de Datos e Inteligencia Artificial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566666"/>
            <a:ext cx="1450628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603873"/>
            <a:ext cx="175900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DIDÁCTICA UNIVERSITARIA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008733" y="3561904"/>
            <a:ext cx="1442591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87910" y="3603873"/>
            <a:ext cx="174143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MAESTRÍA EN EDUCACIÓN</a:t>
            </a:r>
            <a:endParaRPr lang="en-US" sz="7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83033D9-FDB0-462A-2055-4466E63130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821" r="165" b="30750"/>
          <a:stretch/>
        </p:blipFill>
        <p:spPr>
          <a:xfrm>
            <a:off x="2008732" y="520632"/>
            <a:ext cx="1501383" cy="592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8" y="964405"/>
            <a:ext cx="3680594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Situación Problemática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96118" y="1479871"/>
            <a:ext cx="2308696" cy="1007566"/>
          </a:xfrm>
          <a:prstGeom prst="roundRect">
            <a:avLst>
              <a:gd name="adj" fmla="val 47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180" y="159893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📡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Empresa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5180" y="1840854"/>
            <a:ext cx="207057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Operadora de telecomunicaciones con base de datos masiva de clientes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910184" y="1479871"/>
            <a:ext cx="2308696" cy="1007566"/>
          </a:xfrm>
          <a:prstGeom prst="roundRect">
            <a:avLst>
              <a:gd name="adj" fmla="val 47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29247" y="1598934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📉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Churn: 27%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29247" y="1840854"/>
            <a:ext cx="2070571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abandono superior al promedio del sector, generando pérdidas millonarias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8" y="2592808"/>
            <a:ext cx="4722763" cy="655886"/>
          </a:xfrm>
          <a:prstGeom prst="roundRect">
            <a:avLst>
              <a:gd name="adj" fmla="val 732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180" y="2711871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🎯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5180" y="2953791"/>
            <a:ext cx="448463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Predecir qué clientes abandonarán el servicio antes de que ocurra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8" y="3367235"/>
            <a:ext cx="14288" cy="588764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67642" y="3485777"/>
            <a:ext cx="455123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diseñar un proyecto de minería de datos utilizando CRISP-DM para resolver este problema?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8" y="4231703"/>
            <a:ext cx="142875" cy="1143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555B16-97F4-CF2D-C4F7-FDFA33C109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21" r="165" b="30750"/>
          <a:stretch/>
        </p:blipFill>
        <p:spPr>
          <a:xfrm>
            <a:off x="2242574" y="252372"/>
            <a:ext cx="1501383" cy="5929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86730"/>
            <a:ext cx="3931667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Inicio: Activación del Aprendizaje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195" y="914114"/>
            <a:ext cx="213196" cy="21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6940" y="914114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Motivación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41910" y="1167878"/>
            <a:ext cx="2972023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presenta el caso real de negocio para conectar el aprendizaje con el entorno profesional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103" y="2065951"/>
            <a:ext cx="213196" cy="2131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2521" y="2039273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Saberes Previos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6940" y="2619959"/>
            <a:ext cx="2972023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estudiantes relacionan experiencias con análisis de datos, estadística y proyectos anteriores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103" y="2423230"/>
            <a:ext cx="213196" cy="2131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2522" y="2423230"/>
            <a:ext cx="106598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Conflicto Cognitivo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66940" y="3462704"/>
            <a:ext cx="2972023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formulan hipótesis iniciales sobre las causas del churn y cómo abordarlo metodológicamente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0719" y="807021"/>
            <a:ext cx="3258443" cy="3258443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4730" y="4305449"/>
            <a:ext cx="106561" cy="852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1568" y="349746"/>
            <a:ext cx="5212035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Desarrollo mediante ABP: Las 6 Fases de CRISP-DM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68" y="678135"/>
            <a:ext cx="5960864" cy="3352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1568" y="4082876"/>
            <a:ext cx="5960864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estudiantes trabajan en equipos colaborativos aplicando cada fase al caso de churn, utilizando </a:t>
            </a:r>
            <a:r>
              <a:rPr lang="en-US" sz="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Notebook</a:t>
            </a: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entorno de desarrollo. La metodología CRISP-DM es iterativa: los hallazgos en fases posteriores pueden requerir retroceder a fases anteriores.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79958"/>
            <a:ext cx="2637681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y Reflexión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744438"/>
            <a:ext cx="4722763" cy="7373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05187" y="809848"/>
            <a:ext cx="104626" cy="130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92857" y="1093291"/>
            <a:ext cx="1483296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Presentación de Resultados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92857" y="1266304"/>
            <a:ext cx="452928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expone su pipeline CRISP-DM, hallazgos y modelo predictivo ante el grupo</a:t>
            </a:r>
            <a:endParaRPr lang="en-US" sz="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543124"/>
            <a:ext cx="4722763" cy="7373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05187" y="1608534"/>
            <a:ext cx="104626" cy="130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92857" y="1891978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Autoevaluación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92857" y="2064990"/>
            <a:ext cx="452928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Reflexión individual sobre el proceso de aprendizaje, logros y áreas de mejora</a:t>
            </a:r>
            <a:endParaRPr lang="en-US" sz="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41811"/>
            <a:ext cx="4722763" cy="737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05187" y="2407221"/>
            <a:ext cx="104626" cy="130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592857" y="2690664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Coevaluación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92857" y="2863676"/>
            <a:ext cx="452928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Retroalimentación entre pares sobre el trabajo colaborativo y la calidad del análisis</a:t>
            </a:r>
            <a:endParaRPr lang="en-US" sz="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140497"/>
            <a:ext cx="4722763" cy="8561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05187" y="3205907"/>
            <a:ext cx="104626" cy="130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592857" y="3489350"/>
            <a:ext cx="1442814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Retroalimentación Docente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592857" y="3662363"/>
            <a:ext cx="4529286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docente consolida los aprendizajes, refuerza el carácter iterativo de CRISP-DM y conecta con competencias profesionales</a:t>
            </a:r>
            <a:endParaRPr lang="en-US" sz="650" dirty="0"/>
          </a:p>
        </p:txBody>
      </p:sp>
      <p:sp>
        <p:nvSpPr>
          <p:cNvPr id="20" name="Shape 13"/>
          <p:cNvSpPr/>
          <p:nvPr/>
        </p:nvSpPr>
        <p:spPr>
          <a:xfrm>
            <a:off x="496119" y="4065612"/>
            <a:ext cx="4722763" cy="628948"/>
          </a:xfrm>
          <a:prstGeom prst="roundRect">
            <a:avLst>
              <a:gd name="adj" fmla="val 5824"/>
            </a:avLst>
          </a:prstGeom>
          <a:solidFill>
            <a:srgbClr val="C7C9EA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32" y="4179243"/>
            <a:ext cx="109017" cy="872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9562" y="4142556"/>
            <a:ext cx="4352106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Notas del presentador: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cierre de la sesión integra cuatro momentos: presentación de resultados, autoevaluación, coevaluación y retroalimentación docente. Se destaca el aprendizaje reflexivo y el carácter iterativo de CRISP-DM. Este momento es fundamental para consolidar los aprendizajes y conectar la experiencia con las competencias profesionales del perfil de egreso.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44537"/>
            <a:ext cx="5304606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Producto Esperado: Evidencia de Aprendizaje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1133029" y="777999"/>
            <a:ext cx="1812875" cy="1060772"/>
          </a:xfrm>
          <a:prstGeom prst="roundRect">
            <a:avLst>
              <a:gd name="adj" fmla="val 345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004" y="869975"/>
            <a:ext cx="261640" cy="261640"/>
          </a:xfrm>
          <a:prstGeom prst="roundRect">
            <a:avLst>
              <a:gd name="adj" fmla="val 21840806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6963" y="941859"/>
            <a:ext cx="117723" cy="117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004" y="1192932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CRISP-DM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225004" y="1390501"/>
            <a:ext cx="1628924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estructurado con las 6 fases aplicadas al caso de churn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007221" y="777999"/>
            <a:ext cx="1812875" cy="1060772"/>
          </a:xfrm>
          <a:prstGeom prst="roundRect">
            <a:avLst>
              <a:gd name="adj" fmla="val 345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99197" y="869975"/>
            <a:ext cx="261640" cy="261640"/>
          </a:xfrm>
          <a:prstGeom prst="roundRect">
            <a:avLst>
              <a:gd name="adj" fmla="val 21840806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1155" y="941859"/>
            <a:ext cx="117723" cy="1177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99197" y="1192932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Notebook en Python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099197" y="1390501"/>
            <a:ext cx="1628924" cy="356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funcional con exploración, preparación, modelado y evaluación de datos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1133029" y="1900089"/>
            <a:ext cx="3687068" cy="823243"/>
          </a:xfrm>
          <a:prstGeom prst="roundRect">
            <a:avLst>
              <a:gd name="adj" fmla="val 445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25004" y="1992064"/>
            <a:ext cx="261640" cy="261640"/>
          </a:xfrm>
          <a:prstGeom prst="roundRect">
            <a:avLst>
              <a:gd name="adj" fmla="val 21840806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6963" y="2063948"/>
            <a:ext cx="117723" cy="1177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25004" y="2315021"/>
            <a:ext cx="1329184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Propuesta de Despliegue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225004" y="2512591"/>
            <a:ext cx="350311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 para implementar el modelo en un entorno productivo real</a:t>
            </a:r>
            <a:endParaRPr lang="en-US" sz="6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7534" y="777999"/>
            <a:ext cx="2978051" cy="297805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133029" y="3894013"/>
            <a:ext cx="9525" cy="256654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20" name="Text 14"/>
          <p:cNvSpPr/>
          <p:nvPr/>
        </p:nvSpPr>
        <p:spPr>
          <a:xfrm>
            <a:off x="1263848" y="3962995"/>
            <a:ext cx="720424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estudiantes integran competencias analíticas y metodológicas para resolver problemas reales mediante ciencia de datos.</a:t>
            </a:r>
            <a:endParaRPr lang="en-US" sz="650" dirty="0"/>
          </a:p>
        </p:txBody>
      </p:sp>
      <p:sp>
        <p:nvSpPr>
          <p:cNvPr id="21" name="Shape 15"/>
          <p:cNvSpPr/>
          <p:nvPr/>
        </p:nvSpPr>
        <p:spPr>
          <a:xfrm>
            <a:off x="1133029" y="4219724"/>
            <a:ext cx="6877869" cy="510183"/>
          </a:xfrm>
          <a:prstGeom prst="roundRect">
            <a:avLst>
              <a:gd name="adj" fmla="val 7180"/>
            </a:avLst>
          </a:prstGeom>
          <a:solidFill>
            <a:srgbClr val="C7C9E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242" y="4333354"/>
            <a:ext cx="109017" cy="872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6472" y="4296668"/>
            <a:ext cx="6507212" cy="356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Notas del presentador: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evidencia de aprendizaje se materializa en tres productos: el pipeline CRISP-DM documentado, el Notebook en Python con código funcional y la propuesta de despliegue del modelo. Estos productos demuestran que los estudiantes han integrado competencias analíticas y metodológicas para resolver un problema real de ciencia de datos. Agradecer al auditorio y abrir espacio para preguntas.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455</Words>
  <Application>Microsoft Office PowerPoint</Application>
  <PresentationFormat>Presentación en pantalla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Inter</vt:lpstr>
      <vt:lpstr>Arial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PILAR SAYAN MEJIA</cp:lastModifiedBy>
  <cp:revision>6</cp:revision>
  <dcterms:created xsi:type="dcterms:W3CDTF">2026-06-21T21:13:35Z</dcterms:created>
  <dcterms:modified xsi:type="dcterms:W3CDTF">2026-06-21T21:19:59Z</dcterms:modified>
</cp:coreProperties>
</file>